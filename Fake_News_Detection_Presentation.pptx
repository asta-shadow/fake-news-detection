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9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4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5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5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31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8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08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2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94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24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50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87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107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3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3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436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9" y="2116520"/>
            <a:ext cx="7511473" cy="1312480"/>
          </a:xfrm>
        </p:spPr>
        <p:txBody>
          <a:bodyPr>
            <a:normAutofit fontScale="90000"/>
          </a:bodyPr>
          <a:lstStyle/>
          <a:p>
            <a:r>
              <a:rPr dirty="0"/>
              <a:t>Fake News Detection System</a:t>
            </a:r>
            <a:r>
              <a:rPr lang="en-IN" dirty="0"/>
              <a:t> </a:t>
            </a:r>
            <a:r>
              <a:rPr lang="en-US" dirty="0"/>
              <a:t>Using Large Language Models (LLM)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endParaRPr lang="en-IN" dirty="0"/>
          </a:p>
          <a:p>
            <a:pPr marL="0" indent="0" algn="r">
              <a:buNone/>
            </a:pPr>
            <a:endParaRPr lang="en-IN" dirty="0"/>
          </a:p>
          <a:p>
            <a:pPr marL="0" indent="0" algn="r">
              <a:buNone/>
            </a:pPr>
            <a:r>
              <a:rPr lang="en-IN" dirty="0"/>
              <a:t>Groups members</a:t>
            </a:r>
            <a:endParaRPr dirty="0"/>
          </a:p>
          <a:p>
            <a:pPr marL="0" indent="0" algn="r">
              <a:buNone/>
            </a:pPr>
            <a:r>
              <a:rPr lang="en-IN" dirty="0"/>
              <a:t>   </a:t>
            </a:r>
            <a:r>
              <a:rPr dirty="0"/>
              <a:t>Kartik Naik – Roll No: 256225</a:t>
            </a:r>
          </a:p>
          <a:p>
            <a:pPr marL="0" indent="0" algn="r">
              <a:buNone/>
            </a:pPr>
            <a:r>
              <a:rPr dirty="0"/>
              <a:t>Prasad Shete – Roll No: 256252</a:t>
            </a:r>
          </a:p>
          <a:p>
            <a:pPr marL="0" indent="0">
              <a:buNone/>
            </a:pPr>
            <a:r>
              <a:rPr lang="en-IN" dirty="0"/>
              <a:t>  									    </a:t>
            </a:r>
            <a:r>
              <a:rPr dirty="0"/>
              <a:t>Guide: Arti </a:t>
            </a:r>
            <a:r>
              <a:rPr dirty="0" err="1"/>
              <a:t>Nimgavkar</a:t>
            </a:r>
            <a:r>
              <a:rPr dirty="0"/>
              <a:t> Ma</a:t>
            </a:r>
            <a:r>
              <a:rPr lang="en-IN" dirty="0"/>
              <a:t>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511473" cy="707923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9918"/>
            <a:ext cx="8364981" cy="3710637"/>
          </a:xfrm>
        </p:spPr>
        <p:txBody>
          <a:bodyPr>
            <a:normAutofit/>
          </a:bodyPr>
          <a:lstStyle/>
          <a:p>
            <a:r>
              <a:rPr sz="2400" dirty="0"/>
              <a:t>Fake news spreads rapidly through social media and online platforms.</a:t>
            </a:r>
          </a:p>
          <a:p>
            <a:r>
              <a:rPr sz="2400" dirty="0"/>
              <a:t> It can mislead people and influence public opinion.</a:t>
            </a:r>
          </a:p>
          <a:p>
            <a:r>
              <a:rPr sz="2400" dirty="0"/>
              <a:t> Manual verification is difficult due to large amounts of information.</a:t>
            </a:r>
          </a:p>
          <a:p>
            <a:r>
              <a:rPr sz="2400" dirty="0"/>
              <a:t>AI can help analyze and verify news credibility quickly.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66D18-2E43-B6D4-B8A6-45B33A0D9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6" y="3599697"/>
            <a:ext cx="8780207" cy="28983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239" y="1928163"/>
            <a:ext cx="7511472" cy="2684206"/>
          </a:xfrm>
        </p:spPr>
        <p:txBody>
          <a:bodyPr>
            <a:normAutofit lnSpcReduction="10000"/>
          </a:bodyPr>
          <a:lstStyle/>
          <a:p>
            <a:r>
              <a:rPr sz="2400" dirty="0"/>
              <a:t> Increasing amount of misinformation online.</a:t>
            </a:r>
          </a:p>
          <a:p>
            <a:r>
              <a:rPr sz="2400" dirty="0"/>
              <a:t> Users often cannot verify if news is real or fake.</a:t>
            </a:r>
          </a:p>
          <a:p>
            <a:r>
              <a:rPr sz="2400" dirty="0"/>
              <a:t> Existing systems lack real‑time analysis and explanation.</a:t>
            </a:r>
          </a:p>
          <a:p>
            <a:r>
              <a:rPr sz="2400" dirty="0"/>
              <a:t> Need for an automated system to verify news articles.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511473" cy="698090"/>
          </a:xfrm>
        </p:spPr>
        <p:txBody>
          <a:bodyPr/>
          <a:lstStyle/>
          <a:p>
            <a:r>
              <a:rPr dirty="0"/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6052" y="509094"/>
            <a:ext cx="6211716" cy="329598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sz="2400" dirty="0"/>
              <a:t>• AI-based Fake News Detection Web Application.</a:t>
            </a:r>
          </a:p>
          <a:p>
            <a:pPr marL="0" indent="0">
              <a:buNone/>
            </a:pPr>
            <a:r>
              <a:rPr sz="2400" dirty="0"/>
              <a:t>• Users can paste news text or URL.</a:t>
            </a:r>
          </a:p>
          <a:p>
            <a:pPr marL="0" indent="0">
              <a:buNone/>
            </a:pPr>
            <a:r>
              <a:rPr sz="2400" dirty="0"/>
              <a:t>• System analyzes the content using Large Language Models.</a:t>
            </a:r>
          </a:p>
          <a:p>
            <a:pPr marL="0" indent="0">
              <a:buNone/>
            </a:pPr>
            <a:r>
              <a:rPr sz="2400" dirty="0"/>
              <a:t>• Provides a verdict with explanation.</a:t>
            </a:r>
          </a:p>
          <a:p>
            <a:pPr marL="0" indent="0">
              <a:buNone/>
            </a:pPr>
            <a:r>
              <a:rPr sz="2400" dirty="0"/>
              <a:t>• Displays trending news and analysis history.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9634D5-431A-2071-1183-895F72754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2" y="3973192"/>
            <a:ext cx="8416413" cy="20186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406" y="1480274"/>
            <a:ext cx="7511472" cy="3307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Python</a:t>
            </a:r>
          </a:p>
          <a:p>
            <a:pPr marL="0" indent="0">
              <a:buNone/>
            </a:pPr>
            <a:r>
              <a:rPr sz="2400" dirty="0"/>
              <a:t>• Flask (Backend Framework)</a:t>
            </a:r>
          </a:p>
          <a:p>
            <a:pPr marL="0" indent="0">
              <a:buNone/>
            </a:pPr>
            <a:r>
              <a:rPr sz="2400" dirty="0"/>
              <a:t>• HTML, CSS, JavaScript (Frontend)</a:t>
            </a:r>
          </a:p>
          <a:p>
            <a:pPr marL="0" indent="0">
              <a:buNone/>
            </a:pPr>
            <a:r>
              <a:rPr sz="2400" dirty="0"/>
              <a:t>• </a:t>
            </a:r>
            <a:r>
              <a:rPr sz="2400" dirty="0" err="1"/>
              <a:t>BeautifulSoup</a:t>
            </a:r>
            <a:r>
              <a:rPr sz="2400" dirty="0"/>
              <a:t> (Web Scraping)</a:t>
            </a:r>
          </a:p>
          <a:p>
            <a:pPr marL="0" indent="0">
              <a:buNone/>
            </a:pPr>
            <a:r>
              <a:rPr sz="2400" dirty="0"/>
              <a:t>• Large Language Models (LLM) for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6829"/>
            <a:ext cx="7511473" cy="642847"/>
          </a:xfrm>
        </p:spPr>
        <p:txBody>
          <a:bodyPr/>
          <a:lstStyle/>
          <a:p>
            <a:r>
              <a:rPr dirty="0"/>
              <a:t>Features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9508"/>
            <a:ext cx="7511472" cy="3465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News text analysis</a:t>
            </a:r>
          </a:p>
          <a:p>
            <a:pPr marL="0" indent="0">
              <a:buNone/>
            </a:pPr>
            <a:r>
              <a:rPr sz="2400" dirty="0"/>
              <a:t>• URL-based article verification</a:t>
            </a:r>
          </a:p>
          <a:p>
            <a:pPr marL="0" indent="0">
              <a:buNone/>
            </a:pPr>
            <a:r>
              <a:rPr sz="2400" dirty="0"/>
              <a:t>• History of previously analyzed news</a:t>
            </a:r>
          </a:p>
          <a:p>
            <a:pPr marL="0" indent="0">
              <a:buNone/>
            </a:pPr>
            <a:r>
              <a:rPr sz="2400" dirty="0"/>
              <a:t>• AI-generated explanation for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FAA83-A601-32E3-2ACC-99D351CA4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1" y="3642379"/>
            <a:ext cx="8544232" cy="14988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580" y="1510292"/>
            <a:ext cx="7511472" cy="4041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The system helps users identify fake or misleading news.</a:t>
            </a:r>
          </a:p>
          <a:p>
            <a:pPr marL="0" indent="0">
              <a:buNone/>
            </a:pPr>
            <a:r>
              <a:rPr sz="2400" dirty="0"/>
              <a:t>• AI provides quick and intelligent verification.</a:t>
            </a:r>
          </a:p>
          <a:p>
            <a:pPr marL="0" indent="0">
              <a:buNone/>
            </a:pPr>
            <a:r>
              <a:rPr sz="2400" dirty="0"/>
              <a:t>• Reduces the spread of misinformation.</a:t>
            </a:r>
          </a:p>
          <a:p>
            <a:pPr marL="0" indent="0">
              <a:buNone/>
            </a:pPr>
            <a:r>
              <a:rPr sz="2400" dirty="0"/>
              <a:t>• Can be enhanced with databases, APIs, and real-time fact checking.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107</TotalTime>
  <Words>275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Mesh</vt:lpstr>
      <vt:lpstr>Fake News Detection System Using Large Language Models (LLM) </vt:lpstr>
      <vt:lpstr>Introduction</vt:lpstr>
      <vt:lpstr>Problem Statement</vt:lpstr>
      <vt:lpstr>Proposed System</vt:lpstr>
      <vt:lpstr>Technologies Used</vt:lpstr>
      <vt:lpstr>Features of the System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Kartik Naik</cp:lastModifiedBy>
  <cp:revision>4</cp:revision>
  <dcterms:created xsi:type="dcterms:W3CDTF">2013-01-27T09:14:16Z</dcterms:created>
  <dcterms:modified xsi:type="dcterms:W3CDTF">2026-04-08T10:42:59Z</dcterms:modified>
  <cp:category/>
</cp:coreProperties>
</file>